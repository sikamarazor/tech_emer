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283" r:id="rId6"/>
    <p:sldId id="285" r:id="rId7"/>
    <p:sldId id="271" r:id="rId8"/>
    <p:sldId id="284" r:id="rId9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83"/>
            <p14:sldId id="285"/>
            <p14:sldId id="271"/>
            <p14:sldId id="284"/>
            <p14:sldId id="279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1" autoAdjust="0"/>
  </p:normalViewPr>
  <p:slideViewPr>
    <p:cSldViewPr snapToGrid="0">
      <p:cViewPr>
        <p:scale>
          <a:sx n="90" d="100"/>
          <a:sy n="90" d="100"/>
        </p:scale>
        <p:origin x="66" y="-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59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ZA" sz="4800" b="1" dirty="0" err="1"/>
              <a:t>InSightMatch</a:t>
            </a:r>
            <a:r>
              <a:rPr lang="en-ZA" sz="4800" b="1" dirty="0"/>
              <a:t> AI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09 November 2025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8AF9-F279-104A-17BD-BFB02C09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8E070E7-0C71-D1EE-BF0B-2A202FF6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09" y="448056"/>
            <a:ext cx="6877119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Team Members 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15D0870E-3528-01F6-4FA9-7B1F10919DE5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8272607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8EB15-A34C-F62C-EFCB-C192F5D9C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08" y="2117322"/>
            <a:ext cx="11005349" cy="26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8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A8D0-3659-4B39-3594-31DEF5EF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D5ED44-C268-7AC3-9436-64051E58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09" y="448056"/>
            <a:ext cx="6877119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 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14FD4FFD-16BE-AEA2-13D0-AE60154BA0C3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8272607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business and commercial bank currently has lots of transactional data, but no intelligent system to:</a:t>
            </a:r>
          </a:p>
          <a:p>
            <a:r>
              <a:rPr lang="en-US" dirty="0"/>
              <a:t>Interpret what’s happening in real time,</a:t>
            </a:r>
          </a:p>
          <a:p>
            <a:r>
              <a:rPr lang="en-US" dirty="0"/>
              <a:t>Detect financial health risks or opportunities, and</a:t>
            </a:r>
          </a:p>
          <a:p>
            <a:r>
              <a:rPr lang="en-US" dirty="0"/>
              <a:t>Guide business or relationship managers to take smart, timely actions.</a:t>
            </a:r>
          </a:p>
        </p:txBody>
      </p:sp>
    </p:spTree>
    <p:extLst>
      <p:ext uri="{BB962C8B-B14F-4D97-AF65-F5344CB8AC3E}">
        <p14:creationId xmlns:p14="http://schemas.microsoft.com/office/powerpoint/2010/main" val="2620406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1609" y="448056"/>
            <a:ext cx="6877119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Idea 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524708"/>
            <a:ext cx="8272607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bank-owned business discovery and AI-driven financial insights platform that enables smarter trade opportunities and deeper customer engagement. The platform analyses real-time transaction data to uncover business connections, identify anomalies, and reveal revenue opportunities for the bank. By providing actionable insights, it helps businesses </a:t>
            </a:r>
            <a:r>
              <a:rPr lang="en-US" dirty="0" err="1"/>
              <a:t>optimise</a:t>
            </a:r>
            <a:r>
              <a:rPr lang="en-US" dirty="0"/>
              <a:t> costs and grow strategically, while complying with relevant regulations.</a:t>
            </a:r>
          </a:p>
          <a:p>
            <a:pPr marL="0" indent="0">
              <a:buNone/>
            </a:pPr>
            <a:r>
              <a:rPr lang="en-US" dirty="0"/>
              <a:t>The platform features a dual interface:</a:t>
            </a:r>
          </a:p>
          <a:p>
            <a:r>
              <a:rPr lang="en-US" dirty="0"/>
              <a:t>For relationship managers: an internal dashboard that surfaces insights, opportunities, and alerts.</a:t>
            </a:r>
          </a:p>
          <a:p>
            <a:r>
              <a:rPr lang="en-US" dirty="0"/>
              <a:t>For businesses: a discovery hub that enables them to connect and expand their networks through trusted financial data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0A382-3A97-5CA3-FAFA-456EB3F3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1A7B3D9-7D08-83A0-33F6-D67064238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09" y="448056"/>
            <a:ext cx="6877119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Insights 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1FACF6C9-B853-24BC-58D4-A4004073C2A6}"/>
              </a:ext>
            </a:extLst>
          </p:cNvPr>
          <p:cNvSpPr txBox="1">
            <a:spLocks/>
          </p:cNvSpPr>
          <p:nvPr/>
        </p:nvSpPr>
        <p:spPr>
          <a:xfrm>
            <a:off x="541609" y="1493241"/>
            <a:ext cx="10580047" cy="41951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Cash Flow Mismatch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HQ: Heavy outflows (imports in GBP)  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 JHB: Strong inflows (retail sales in ZAR)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Insight: Need inter-company cash management 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 Margin Analysis  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Import cost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 Sales revenue: ~R900K (first day)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Opportunity: Inventory financing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 Risk Profile  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Forex risk (GBP volatility)  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Supplier concentration (only 2 suppliers)  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pc="-100" dirty="0"/>
              <a:t>Opportunity: Risk mitigation products</a:t>
            </a:r>
          </a:p>
        </p:txBody>
      </p:sp>
    </p:spTree>
    <p:extLst>
      <p:ext uri="{BB962C8B-B14F-4D97-AF65-F5344CB8AC3E}">
        <p14:creationId xmlns:p14="http://schemas.microsoft.com/office/powerpoint/2010/main" val="309930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Tools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Tools used:</a:t>
            </a:r>
          </a:p>
        </p:txBody>
      </p:sp>
      <p:grpSp>
        <p:nvGrpSpPr>
          <p:cNvPr id="18" name="Group 17" descr="Small circle with number 1 inside  indicating step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 18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grpSp>
        <p:nvGrpSpPr>
          <p:cNvPr id="33" name="Group 32" descr="Small circle with number 2 inside  indicating step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Content Placeholder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React.</a:t>
            </a:r>
          </a:p>
        </p:txBody>
      </p:sp>
      <p:grpSp>
        <p:nvGrpSpPr>
          <p:cNvPr id="22" name="Group 21" descr="Small circle with number 3 inside  indicating step 3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Oval 2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Content Placeholder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Azure DB, Azure Storage, Azure ADF</a:t>
            </a:r>
          </a:p>
        </p:txBody>
      </p:sp>
      <p:grpSp>
        <p:nvGrpSpPr>
          <p:cNvPr id="37" name="Group 36" descr="Small circle with number 4 inside  indicating step 4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Oval 37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 descr="Number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Content Placeholder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Isolation Forest (</a:t>
            </a:r>
            <a:r>
              <a:rPr 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IsolationForest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Robust Covariance Estimation (</a:t>
            </a:r>
            <a:r>
              <a:rPr 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EllipticEnvelope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{D50E61DD-7B28-48C8-864E-CEDCDF4C7C90}tf10001108_win32</Template>
  <TotalTime>29</TotalTime>
  <Words>259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Segoe UI Semibold</vt:lpstr>
      <vt:lpstr>Custom</vt:lpstr>
      <vt:lpstr>InSightMatch AI</vt:lpstr>
      <vt:lpstr>Team Members </vt:lpstr>
      <vt:lpstr>Problem </vt:lpstr>
      <vt:lpstr>Idea </vt:lpstr>
      <vt:lpstr>Insights </vt:lpstr>
      <vt:lpstr>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Lefa Nyathi</dc:creator>
  <cp:keywords/>
  <cp:lastModifiedBy>Lefa Nyathi</cp:lastModifiedBy>
  <cp:revision>1</cp:revision>
  <dcterms:created xsi:type="dcterms:W3CDTF">2025-11-09T06:12:10Z</dcterms:created>
  <dcterms:modified xsi:type="dcterms:W3CDTF">2025-11-09T06:41:41Z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